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C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822960"/>
            <a:ext cx="5669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Management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11480" y="28803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8EC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Web Application using</a:t>
            </a:r>
            <a:endParaRPr lang="en-US" sz="1700" dirty="0"/>
          </a:p>
          <a:p>
            <a:pPr algn="l" indent="0" marL="0">
              <a:buNone/>
            </a:pPr>
            <a:r>
              <a:rPr lang="en-US" sz="1700" i="1" dirty="0">
                <a:solidFill>
                  <a:srgbClr val="8EC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• Express • MongoDB • EJS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675120" y="0"/>
            <a:ext cx="246888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6720840" y="320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ECDE6"/>
                </a:solidFill>
              </a:rPr>
              <a:t>TECH STACK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903720" y="822960"/>
            <a:ext cx="2011680" cy="475488"/>
          </a:xfrm>
          <a:prstGeom prst="rect">
            <a:avLst/>
          </a:prstGeom>
          <a:solidFill>
            <a:srgbClr val="0D7377">
              <a:alpha val="5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82296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Node.js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03720" y="1481328"/>
            <a:ext cx="2011680" cy="475488"/>
          </a:xfrm>
          <a:prstGeom prst="rect">
            <a:avLst/>
          </a:prstGeom>
          <a:solidFill>
            <a:srgbClr val="0D7377">
              <a:alpha val="5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03720" y="148132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Express.js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03720" y="2139696"/>
            <a:ext cx="2011680" cy="475488"/>
          </a:xfrm>
          <a:prstGeom prst="rect">
            <a:avLst/>
          </a:prstGeom>
          <a:solidFill>
            <a:srgbClr val="0D7377">
              <a:alpha val="5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03720" y="213969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MongoDB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03720" y="2798064"/>
            <a:ext cx="2011680" cy="475488"/>
          </a:xfrm>
          <a:prstGeom prst="rect">
            <a:avLst/>
          </a:prstGeom>
          <a:solidFill>
            <a:srgbClr val="0D7377">
              <a:alpha val="5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279806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EJS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03720" y="3456432"/>
            <a:ext cx="2011680" cy="475488"/>
          </a:xfrm>
          <a:prstGeom prst="rect">
            <a:avLst/>
          </a:prstGeom>
          <a:solidFill>
            <a:srgbClr val="0D7377">
              <a:alpha val="5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345643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Bootstrap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03720" y="4114800"/>
            <a:ext cx="2011680" cy="475488"/>
          </a:xfrm>
          <a:prstGeom prst="rect">
            <a:avLst/>
          </a:prstGeom>
          <a:solidFill>
            <a:srgbClr val="0D7377">
              <a:alpha val="5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411480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Chart.js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46634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D8B"/>
                </a:solidFill>
              </a:rPr>
              <a:t>Production-Level Full-Stack Application  |  Role-Based Access  |  CRUD Operations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C59"/>
                </a:solidFill>
              </a:rPr>
              <a:t>What is it?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functional, production-level full-stack hostel management web application supporting two types of users — Admin and Resident — with complete authentication, role-based access, and CRUD operations across all modules.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3291840"/>
            <a:ext cx="1828800" cy="1188720"/>
          </a:xfrm>
          <a:prstGeom prst="rect">
            <a:avLst/>
          </a:prstGeom>
          <a:solidFill>
            <a:srgbClr val="0F2C59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33375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A085"/>
                </a:solidFill>
              </a:rPr>
              <a:t>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User Roles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3291840"/>
            <a:ext cx="1828800" cy="1188720"/>
          </a:xfrm>
          <a:prstGeom prst="rect">
            <a:avLst/>
          </a:prstGeom>
          <a:solidFill>
            <a:srgbClr val="0F2C59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33375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A085"/>
                </a:solidFill>
              </a:rPr>
              <a:t>8+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46888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Modules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3291840"/>
            <a:ext cx="1828800" cy="1188720"/>
          </a:xfrm>
          <a:prstGeom prst="rect">
            <a:avLst/>
          </a:prstGeom>
          <a:solidFill>
            <a:srgbClr val="0F2C59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33375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A085"/>
                </a:solidFill>
              </a:rPr>
              <a:t>REST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3291840"/>
            <a:ext cx="1828800" cy="1188720"/>
          </a:xfrm>
          <a:prstGeom prst="rect">
            <a:avLst/>
          </a:prstGeom>
          <a:solidFill>
            <a:srgbClr val="0F2C59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33375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A085"/>
                </a:solidFill>
              </a:rPr>
              <a:t>MVC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67512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Pattern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960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C59"/>
                </a:solidFill>
              </a:rPr>
              <a:t>Core Goals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0640" y="1417320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Secure authentication with session management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Role-based dashboards for Admin &amp; Residents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Complete room booking &amp; allocation flow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Complaint &amp; fee management system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Clean MVC architecture with EJS templates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Ready-to-deploy with MongoDB Atlas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840480" cy="3840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📁 Folder Structure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A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hostel-management/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config/         (DB config)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controllers/    (logic)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middleware/      (auth guards)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models/          (MongoDB schemas)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routes/          (Express routes)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views/           (EJS templates)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public/          (CSS, JS, images)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uploads/         (file storage)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.env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server.js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package.json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0" y="914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C59"/>
                </a:solidFill>
              </a:rPr>
              <a:t>MVC Request Flow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0" y="1417320"/>
            <a:ext cx="4206240" cy="47548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4645152" y="1435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Browser / Client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45152" y="168249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BEAFE"/>
                </a:solidFill>
              </a:rPr>
              <a:t>HTML · CSS · Bootstrap · Chart.js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0" y="18745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2011680"/>
            <a:ext cx="4206240" cy="47548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3" name="Text 11"/>
          <p:cNvSpPr/>
          <p:nvPr/>
        </p:nvSpPr>
        <p:spPr>
          <a:xfrm>
            <a:off x="4645152" y="20299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Express Routes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45152" y="227685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BEAFE"/>
                </a:solidFill>
              </a:rPr>
              <a:t>routes/ — method-override · connect-flash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0" y="246888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0" y="2606040"/>
            <a:ext cx="4206240" cy="4754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4645152" y="26243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Middleware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45152" y="287121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BEAFE"/>
                </a:solidFill>
              </a:rPr>
              <a:t>Session auth · Role guards · Multer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0" y="306324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0" y="3200400"/>
            <a:ext cx="4206240" cy="475488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21" name="Text 19"/>
          <p:cNvSpPr/>
          <p:nvPr/>
        </p:nvSpPr>
        <p:spPr>
          <a:xfrm>
            <a:off x="4645152" y="32186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Controllers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45152" y="346557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BEAFE"/>
                </a:solidFill>
              </a:rPr>
              <a:t>Business logic layer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365760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0" y="3794760"/>
            <a:ext cx="4206240" cy="47548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5" name="Text 23"/>
          <p:cNvSpPr/>
          <p:nvPr/>
        </p:nvSpPr>
        <p:spPr>
          <a:xfrm>
            <a:off x="4645152" y="38130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Mongoose Models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45152" y="405993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BEAFE"/>
                </a:solidFill>
              </a:rPr>
              <a:t>User · Room · Booking · Fee · Complaint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0" y="425196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0" y="4389120"/>
            <a:ext cx="4206240" cy="47548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29" name="Text 27"/>
          <p:cNvSpPr/>
          <p:nvPr/>
        </p:nvSpPr>
        <p:spPr>
          <a:xfrm>
            <a:off x="4645152" y="44074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MongoDB Atlas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45152" y="465429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BEAFE"/>
                </a:solidFill>
              </a:rPr>
              <a:t>Cloud database cluster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ROLE-BASED ACCESS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C59"/>
                </a:solidFill>
              </a:rPr>
              <a:t>Authentication Flow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84048" cy="38404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417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4356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Sign Up — name, email, password (bcryptjs hashed), role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039112"/>
            <a:ext cx="384048" cy="38404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039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Login — credentials verified → session created (express-session)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660904"/>
            <a:ext cx="384048" cy="38404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660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6791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Sessions stored in MongoDB via connect-mongo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282696"/>
            <a:ext cx="384048" cy="38404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2826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33009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Protected routes check session + role via middleware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904488"/>
            <a:ext cx="384048" cy="38404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904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92277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Logout destroys session and redirects to login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572000"/>
            <a:ext cx="91440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5720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CDE6"/>
                </a:solidFill>
              </a:rPr>
              <a:t>bcryptjs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389888" y="4572000"/>
            <a:ext cx="91440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1389888" y="45720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CDE6"/>
                </a:solidFill>
              </a:rPr>
              <a:t>express-session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14016" y="4572000"/>
            <a:ext cx="91440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2414016" y="45720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CDE6"/>
                </a:solidFill>
              </a:rPr>
              <a:t>connect-mongo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38144" y="4572000"/>
            <a:ext cx="91440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3438144" y="45720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CDE6"/>
                </a:solidFill>
              </a:rPr>
              <a:t>dotenv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0" y="914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C59"/>
                </a:solidFill>
              </a:rPr>
              <a:t>Role Permissions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029200" y="1389888"/>
            <a:ext cx="3566160" cy="1737360"/>
          </a:xfrm>
          <a:prstGeom prst="rect">
            <a:avLst/>
          </a:prstGeom>
          <a:solidFill>
            <a:srgbClr val="0F2C59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0" y="1389888"/>
            <a:ext cx="3566160" cy="34747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1" name="Text 29"/>
          <p:cNvSpPr/>
          <p:nvPr/>
        </p:nvSpPr>
        <p:spPr>
          <a:xfrm>
            <a:off x="5074920" y="13898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🛡  ADMINISTRATOR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20640" y="182880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Manage Rooms, Users, Bookings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Approve / Reject booking requests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View &amp; update Complaints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Manage Fees &amp; Payments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Full system CRUD access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0" y="3291840"/>
            <a:ext cx="3566160" cy="1600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029200" y="3291840"/>
            <a:ext cx="3566160" cy="34747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5" name="Text 33"/>
          <p:cNvSpPr/>
          <p:nvPr/>
        </p:nvSpPr>
        <p:spPr>
          <a:xfrm>
            <a:off x="5074920" y="32918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🏠  RESIDENT / STUDENT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20640" y="3721608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Browse &amp; request room bookings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View booking &amp; room status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Raise &amp; track complaints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View fee &amp; payment history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14800" cy="4114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686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Admin Dashboard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1920240" cy="65836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" y="1417320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Total Rooms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31720" y="1417320"/>
            <a:ext cx="192024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2404872" y="1417320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Registered Residents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194560"/>
            <a:ext cx="1920240" cy="65836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393192" y="2194560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Total Bookings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31720" y="2194560"/>
            <a:ext cx="1920240" cy="65836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3" name="Text 11"/>
          <p:cNvSpPr/>
          <p:nvPr/>
        </p:nvSpPr>
        <p:spPr>
          <a:xfrm>
            <a:off x="2404872" y="2194560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Pending Complaints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0632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C59"/>
                </a:solidFill>
              </a:rPr>
              <a:t>Charts: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38328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📊  Room Occupancy (Bar Chart)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🥧  Complaint Categories (Pie)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📈  Monthly Booking Trends (Line)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868680"/>
            <a:ext cx="4114800" cy="41148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8686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Resident Dashboard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09160" y="1417320"/>
            <a:ext cx="1920240" cy="658368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9" name="Text 17"/>
          <p:cNvSpPr/>
          <p:nvPr/>
        </p:nvSpPr>
        <p:spPr>
          <a:xfrm>
            <a:off x="4782312" y="1417320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Room Details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20840" y="1417320"/>
            <a:ext cx="1920240" cy="65836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1" name="Text 19"/>
          <p:cNvSpPr/>
          <p:nvPr/>
        </p:nvSpPr>
        <p:spPr>
          <a:xfrm>
            <a:off x="6793992" y="1417320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Booking Status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194560"/>
            <a:ext cx="1920240" cy="658368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23" name="Text 21"/>
          <p:cNvSpPr/>
          <p:nvPr/>
        </p:nvSpPr>
        <p:spPr>
          <a:xfrm>
            <a:off x="4782312" y="2194560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Complaint Status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20840" y="2194560"/>
            <a:ext cx="1920240" cy="658368"/>
          </a:xfrm>
          <a:prstGeom prst="rect">
            <a:avLst/>
          </a:prstGeom>
          <a:solidFill>
            <a:srgbClr val="6B21A8"/>
          </a:solidFill>
          <a:ln/>
        </p:spPr>
      </p:sp>
      <p:sp>
        <p:nvSpPr>
          <p:cNvPr id="25" name="Text 23"/>
          <p:cNvSpPr/>
          <p:nvPr/>
        </p:nvSpPr>
        <p:spPr>
          <a:xfrm>
            <a:off x="6793992" y="2194560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Payment History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30632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Powered by Chart.js for real-time visual insights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3429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All data dynamically loaded from MongoDB via Mongoose.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80560" y="914400"/>
            <a:ext cx="45720" cy="3840480"/>
          </a:xfrm>
          <a:prstGeom prst="rect">
            <a:avLst/>
          </a:prstGeom>
          <a:solidFill>
            <a:srgbClr val="E2E8F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MANAGEMENT &amp; BOOKING SYSTEM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C59"/>
                </a:solidFill>
              </a:rPr>
              <a:t>Room Management  (Admin Only)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931920" cy="566928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89888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408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C59"/>
                </a:solidFill>
              </a:rPr>
              <a:t>Add Room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6642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Number, type, capacity, price, status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084832"/>
            <a:ext cx="3931920" cy="566928"/>
          </a:xfrm>
          <a:prstGeom prst="rect">
            <a:avLst/>
          </a:prstGeom>
          <a:solidFill>
            <a:srgbClr val="E8F4F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0312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✏️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1214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C59"/>
                </a:solidFill>
              </a:rPr>
              <a:t>Update Room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3774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Modify any room field in real-time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798064"/>
            <a:ext cx="3931920" cy="566928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1635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🗑️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28346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C59"/>
                </a:solidFill>
              </a:rPr>
              <a:t>Delete Room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0906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Remove rooms from the system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511296"/>
            <a:ext cx="3931920" cy="566928"/>
          </a:xfrm>
          <a:prstGeom prst="rect">
            <a:avLst/>
          </a:prstGeom>
          <a:solidFill>
            <a:srgbClr val="E8F4F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2958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👁️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35478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C59"/>
                </a:solidFill>
              </a:rPr>
              <a:t>View All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8039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Structured table with filter/search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279392"/>
            <a:ext cx="393192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2976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Schema: roomNumber · type · capacity · price · status · createdAt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80560" y="822960"/>
            <a:ext cx="45720" cy="42062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C59"/>
                </a:solidFill>
              </a:rPr>
              <a:t>Booking System  (Resident)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63440" y="1389888"/>
            <a:ext cx="384048" cy="38404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1389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66360" y="140817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Browse available rooms with filters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0" y="1737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↓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2048256"/>
            <a:ext cx="384048" cy="38404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20482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66360" y="206654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Submit booking request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54880" y="23957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↓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63440" y="2706624"/>
            <a:ext cx="384048" cy="38404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4" name="Text 32"/>
          <p:cNvSpPr/>
          <p:nvPr/>
        </p:nvSpPr>
        <p:spPr>
          <a:xfrm>
            <a:off x="4663440" y="2706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166360" y="272491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Admin approves / rejects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54880" y="30540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↓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663440" y="3364992"/>
            <a:ext cx="384048" cy="38404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8" name="Text 36"/>
          <p:cNvSpPr/>
          <p:nvPr/>
        </p:nvSpPr>
        <p:spPr>
          <a:xfrm>
            <a:off x="4663440" y="3364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166360" y="3383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Room allocated &amp; confirmed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663440" y="40965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C59"/>
                </a:solidFill>
              </a:rPr>
              <a:t>Booking Status: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3440" y="4434840"/>
            <a:ext cx="1280160" cy="3840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2" name="Text 40"/>
          <p:cNvSpPr/>
          <p:nvPr/>
        </p:nvSpPr>
        <p:spPr>
          <a:xfrm>
            <a:off x="4663440" y="44348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Pending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080760" y="4434840"/>
            <a:ext cx="1280160" cy="38404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4" name="Text 42"/>
          <p:cNvSpPr/>
          <p:nvPr/>
        </p:nvSpPr>
        <p:spPr>
          <a:xfrm>
            <a:off x="6080760" y="44348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Approved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498080" y="4434840"/>
            <a:ext cx="128016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4"/>
          <p:cNvSpPr/>
          <p:nvPr/>
        </p:nvSpPr>
        <p:spPr>
          <a:xfrm>
            <a:off x="7498080" y="44348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Rejected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&amp; FEE MANAGEMENT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Complaint Management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447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</a:rPr>
              <a:t>Resident can: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Raise a complaint with description &amp; category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Track current status of their complaints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</a:rPr>
              <a:t>Admin can: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88036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View all submitted complaints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Update status: Pending → In Progress → Resolved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Delete resolved or invalid complaints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4041648"/>
            <a:ext cx="1234440" cy="43891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4041648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Pending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72768" y="4096512"/>
            <a:ext cx="201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737360" y="4041648"/>
            <a:ext cx="1234440" cy="4389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1737360" y="4041648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 Progress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44368" y="4096512"/>
            <a:ext cx="201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108960" y="4041648"/>
            <a:ext cx="1234440" cy="43891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3108960" y="4041648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Resolved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80560" y="822960"/>
            <a:ext cx="45720" cy="41605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Shape 17"/>
          <p:cNvSpPr/>
          <p:nvPr/>
        </p:nvSpPr>
        <p:spPr>
          <a:xfrm>
            <a:off x="4709160" y="914400"/>
            <a:ext cx="4114800" cy="38404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91440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Fee &amp; Payment Management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14447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6534"/>
                </a:solidFill>
              </a:rPr>
              <a:t>Resident can: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17830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View current fee details and due dates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Track full payment history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6534"/>
                </a:solidFill>
              </a:rPr>
              <a:t>Admin can: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288036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Add or update fee structures per resident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Mark payments as Paid or Unpaid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Generate and view payment reports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Track payment status across all residents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4160520"/>
            <a:ext cx="1417320" cy="43891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416052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PAID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09360" y="4160520"/>
            <a:ext cx="1417320" cy="43891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416052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❌  UNPAID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ADMINISTRATION &amp; PROFILE SETTINGS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C59"/>
                </a:solidFill>
              </a:rPr>
              <a:t>User Administration  (Admin Only)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3931920" cy="62179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26464"/>
            <a:ext cx="4754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👥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14264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C59"/>
                </a:solidFill>
              </a:rPr>
              <a:t>View All Users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70078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Full list of registered users with details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139696"/>
            <a:ext cx="3931920" cy="62179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76272"/>
            <a:ext cx="4754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🔑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21762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C59"/>
                </a:solidFill>
              </a:rPr>
              <a:t>Modify User Roles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45059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Promote Resident to Admin or vice versa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889504"/>
            <a:ext cx="3931920" cy="62179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26080"/>
            <a:ext cx="4754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🗑️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05840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C59"/>
                </a:solidFill>
              </a:rPr>
              <a:t>Remove Users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2004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Delete accounts and associated data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639312"/>
            <a:ext cx="3931920" cy="62179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75888"/>
            <a:ext cx="4754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📋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05840" y="3675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C59"/>
                </a:solidFill>
              </a:rPr>
              <a:t>Monitor Activity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95020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Track login history and user actions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80560" y="822960"/>
            <a:ext cx="45720" cy="41605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C59"/>
                </a:solidFill>
              </a:rPr>
              <a:t>Account &amp; Profile Settings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09160" y="1325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Available to ALL users (Admin &amp; Resident)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1719072"/>
            <a:ext cx="4114800" cy="62179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C59"/>
                </a:solidFill>
              </a:rPr>
              <a:t>View Profile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0600" y="20116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Name, email, role, joined date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2468880"/>
            <a:ext cx="4114800" cy="62179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4871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C59"/>
                </a:solidFill>
              </a:rPr>
              <a:t>Edit Personal Details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27614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Update name and contact info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9160" y="3218688"/>
            <a:ext cx="4114800" cy="62179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2369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C59"/>
                </a:solidFill>
              </a:rPr>
              <a:t>Change Password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600" y="35112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Verify old → set new (bcryptjs hash)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09160" y="3968496"/>
            <a:ext cx="4114800" cy="62179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9867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C59"/>
                </a:solidFill>
              </a:rPr>
              <a:t>Upload Avatar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00600" y="426110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Profile picture via Multer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DEPENDENCIES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20624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54864" cy="65836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" y="9692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14600" y="9692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^4.18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8056" y="126187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Web framework &amp; routing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20624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14400"/>
            <a:ext cx="54864" cy="658368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4882896" y="9692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mongoose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49440" y="9692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^7.0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82896" y="126187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MongoDB ODM &amp; schema validation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1719072"/>
            <a:ext cx="420624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1719072"/>
            <a:ext cx="54864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448056" y="17739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express-session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14600" y="17739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^1.17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8056" y="206654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Session-based authentication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719072"/>
            <a:ext cx="420624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719072"/>
            <a:ext cx="54864" cy="65836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21" name="Text 19"/>
          <p:cNvSpPr/>
          <p:nvPr/>
        </p:nvSpPr>
        <p:spPr>
          <a:xfrm>
            <a:off x="4882896" y="17739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connect-mongo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49440" y="17739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^5.0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82896" y="206654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MongoDB session store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523744"/>
            <a:ext cx="420624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523744"/>
            <a:ext cx="54864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" y="2578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bcryptjs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514600" y="25786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^2.4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8056" y="287121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Password hashing &amp; comparison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523744"/>
            <a:ext cx="420624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523744"/>
            <a:ext cx="54864" cy="65836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1" name="Text 29"/>
          <p:cNvSpPr/>
          <p:nvPr/>
        </p:nvSpPr>
        <p:spPr>
          <a:xfrm>
            <a:off x="4882896" y="2578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49440" y="25786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^3.1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82896" y="287121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Embedded JavaScript templates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3328416"/>
            <a:ext cx="420624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3328416"/>
            <a:ext cx="54864" cy="65836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6" name="Text 34"/>
          <p:cNvSpPr/>
          <p:nvPr/>
        </p:nvSpPr>
        <p:spPr>
          <a:xfrm>
            <a:off x="448056" y="3383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multer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514600" y="3383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^1.4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48056" y="367588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File uploads (profile images)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328416"/>
            <a:ext cx="420624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328416"/>
            <a:ext cx="54864" cy="658368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41" name="Text 39"/>
          <p:cNvSpPr/>
          <p:nvPr/>
        </p:nvSpPr>
        <p:spPr>
          <a:xfrm>
            <a:off x="4882896" y="3383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dotenv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949440" y="3383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^16.0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82896" y="367588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Environment variable management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" y="4133088"/>
            <a:ext cx="420624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20040" y="4133088"/>
            <a:ext cx="54864" cy="658368"/>
          </a:xfrm>
          <a:prstGeom prst="rect">
            <a:avLst/>
          </a:prstGeom>
          <a:solidFill>
            <a:srgbClr val="9D174D"/>
          </a:solidFill>
          <a:ln/>
        </p:spPr>
      </p:sp>
      <p:sp>
        <p:nvSpPr>
          <p:cNvPr id="46" name="Text 44"/>
          <p:cNvSpPr/>
          <p:nvPr/>
        </p:nvSpPr>
        <p:spPr>
          <a:xfrm>
            <a:off x="448056" y="4187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method-override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2514600" y="4187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^3.0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48056" y="44805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PUT/DELETE via HTML forms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54880" y="4133088"/>
            <a:ext cx="420624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54880" y="4133088"/>
            <a:ext cx="54864" cy="65836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51" name="Text 49"/>
          <p:cNvSpPr/>
          <p:nvPr/>
        </p:nvSpPr>
        <p:spPr>
          <a:xfrm>
            <a:off x="4882896" y="4187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connect-flash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949440" y="4187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^0.1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882896" y="44805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Flash messages for notifications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SETUP, DEPLOYMENT &amp; CONFIGURATION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C59"/>
                </a:solidFill>
              </a:rPr>
              <a:t>Run Locally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393192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&lt;repo-url&gt;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hostel-management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install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cp .env.example .env  (fill in values)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node server.js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34564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59"/>
                </a:solidFill>
              </a:rPr>
              <a:t>.env Configuration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3822192"/>
            <a:ext cx="3931920" cy="9875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88620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PORT=3000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MONGODB_URI=mongodb+srv://...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SESSION_SECRET=your_secret_key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NODE_ENV=development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80560" y="868680"/>
            <a:ext cx="45720" cy="40233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C59"/>
                </a:solidFill>
              </a:rPr>
              <a:t>MongoDB Atlas Setup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1353312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334155"/>
                </a:solidFill>
              </a:rPr>
              <a:t>Create free cluster at mongodb.com/atlas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334155"/>
                </a:solidFill>
              </a:rPr>
              <a:t>Add DB user with read/write permissions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334155"/>
                </a:solidFill>
              </a:rPr>
              <a:t>Whitelist IP address (0.0.0.0/0 for dev)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334155"/>
                </a:solidFill>
              </a:rPr>
              <a:t>Copy connection string into .env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334155"/>
                </a:solidFill>
              </a:rPr>
              <a:t>Replace &lt;password&gt; and &lt;dbname&gt;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33101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C59"/>
                </a:solidFill>
              </a:rPr>
              <a:t>GitHub Upload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3703320"/>
            <a:ext cx="4114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git init  →  git add .  →  git commit -m 'init'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Create repo on GitHub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git remote add origin &lt;url&gt;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git push -u origin main  (ensure .gitignore excludes .env &amp; node_modules)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DATA MODELS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664208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91440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1664208" cy="34747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371600"/>
            <a:ext cx="150876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String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email: String (unique)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password: String (hashed)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role: 'admin'|'resident'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createdAt: Date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84832" y="914400"/>
            <a:ext cx="1664208" cy="3657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2084832" y="91440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Room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84832" y="1280160"/>
            <a:ext cx="1664208" cy="34747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57984" y="1371600"/>
            <a:ext cx="150876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roomNumber: String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String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capacity: Number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price: Number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available|occupied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9624" y="914400"/>
            <a:ext cx="1664208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3849624" y="91440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Booking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9624" y="1280160"/>
            <a:ext cx="1664208" cy="34747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22776" y="1371600"/>
            <a:ext cx="150876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resident: ObjectId → User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room: ObjectId → Room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startDate / endDate: Date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pending|approved|rejected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createdAt: Date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14416" y="914400"/>
            <a:ext cx="1664208" cy="36576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7" name="Text 15"/>
          <p:cNvSpPr/>
          <p:nvPr/>
        </p:nvSpPr>
        <p:spPr>
          <a:xfrm>
            <a:off x="5614416" y="91440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Complaint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14416" y="1280160"/>
            <a:ext cx="1664208" cy="34747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87568" y="1371600"/>
            <a:ext cx="150876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resident: ObjectId → User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category: String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String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pending|inprogress|resolved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createdAt: Date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79208" y="914400"/>
            <a:ext cx="1664208" cy="36576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21" name="Text 19"/>
          <p:cNvSpPr/>
          <p:nvPr/>
        </p:nvSpPr>
        <p:spPr>
          <a:xfrm>
            <a:off x="7379208" y="91440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Payment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79208" y="1280160"/>
            <a:ext cx="1664208" cy="34747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52360" y="1371600"/>
            <a:ext cx="150876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resident: ObjectId → User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amount: Number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dueDate: Date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paid|unpaid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paidAt: Date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All models defined using Mongoose schemas with appropriate validation and references (ObjectId population)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C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ECDE6"/>
                </a:solidFill>
              </a:rPr>
              <a:t>Summary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Management System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✅  Secure auth: bcryptjs + express-session + connect-mongo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40487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✅  Role-Based Access: Admin vs Resident with protected routes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84378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✅  Full CRUD: Rooms, Bookings, Complaints, Payments, Users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28269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✅  Chart.js dashboards for visual insights &amp; reporting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72160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✅  Clean MVC structure, EJS templates, Bootstrap UI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✅  Production-ready: .env, .gitignore, MongoDB Atlas support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4663440"/>
            <a:ext cx="8321040" cy="3657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Node.js  ·  Express  ·  MongoDB  ·  EJS  ·  Bootstrap  ·  Chart.js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Hostel Management System</dc:title>
  <dc:subject>PptxGenJS Presentation</dc:subject>
  <dc:creator>PptxGenJS</dc:creator>
  <cp:lastModifiedBy>PptxGenJS</cp:lastModifiedBy>
  <cp:revision>1</cp:revision>
  <dcterms:created xsi:type="dcterms:W3CDTF">2026-04-22T04:54:39Z</dcterms:created>
  <dcterms:modified xsi:type="dcterms:W3CDTF">2026-04-22T04:54:39Z</dcterms:modified>
</cp:coreProperties>
</file>